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1625600" y="374650"/>
            <a:ext cx="9753600" cy="6502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idx="21"/>
          </p:nvPr>
        </p:nvSpPr>
        <p:spPr>
          <a:xfrm>
            <a:off x="6375400" y="635000"/>
            <a:ext cx="82169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idx="21"/>
          </p:nvPr>
        </p:nvSpPr>
        <p:spPr>
          <a:xfrm>
            <a:off x="3810000" y="2590800"/>
            <a:ext cx="942975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andy path between two hills leading to the ocean"/>
          <p:cNvSpPr/>
          <p:nvPr>
            <p:ph type="pic" sz="quarter" idx="21"/>
          </p:nvPr>
        </p:nvSpPr>
        <p:spPr>
          <a:xfrm>
            <a:off x="6556375" y="5092700"/>
            <a:ext cx="565785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Heron flying low over a beach with a short fence in the foreground"/>
          <p:cNvSpPr/>
          <p:nvPr>
            <p:ph type="pic" sz="half" idx="22"/>
          </p:nvPr>
        </p:nvSpPr>
        <p:spPr>
          <a:xfrm>
            <a:off x="6718300" y="749300"/>
            <a:ext cx="5334000" cy="5334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View of beach and sea from a grassy sand dune"/>
          <p:cNvSpPr/>
          <p:nvPr>
            <p:ph type="pic" idx="23"/>
          </p:nvPr>
        </p:nvSpPr>
        <p:spPr>
          <a:xfrm>
            <a:off x="-2832100" y="889000"/>
            <a:ext cx="119634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21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22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View of beach and sea from a grassy sand dune"/>
          <p:cNvSpPr/>
          <p:nvPr>
            <p:ph type="pic" idx="21"/>
          </p:nvPr>
        </p:nvSpPr>
        <p:spPr>
          <a:xfrm>
            <a:off x="-1308100" y="-50800"/>
            <a:ext cx="14782800" cy="9855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Double-click to edi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0" name="Double-click to edi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21" name="01_cover.png" descr="01_cove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0320000" cy="11430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02_problem.png" descr="02_proble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0320000" cy="11430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