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ouble-click to edi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1" name="01_cover.png" descr="01_cov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02_problem.png" descr="02_proble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03_execution_layer.png" descr="03_execution_lay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04_workflows.png" descr="04_workflow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05_value.png" descr="05_valu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06_kirkland.png" descr="06_kirklan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07_asks.png" descr="07_ask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08_pilot.png" descr="08_pilo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